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星舟项目介绍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星桥科技内部知识服务项目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版本 PRJ-XZ-2026-09 · 项目负责人林舟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公司、人员、数据与项目均为虚构，仅用于知序演示。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星舟项目交付节点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星舟项目第一阶段交付节点为2026年10月15日。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交付内容为内部知识搜索原型，由演示项目负责人林舟验收。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第二阶段：2026年11月12日完成部门试点；第三阶段：2026年12月10日完成运营交接。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星舟项目验收条件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第一阶段完成登录、知识库权限和引用定位演示。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人事、财务和 IT 各提供一组可追溯资料与代表性问题。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文档负责人确认原文位置，项目组记录无答案与冲突案例。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业务问题与范围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入职答疑重复：人事和 IT 每周接收相似咨询。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制度版本混用：差旅 PDF 与试行表出现不同金额。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资料难找：项目记录分散，员工不知道应该查哪份文档。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本阶段覆盖资料导入、授权浏览、搜索、审核入库和有据问答。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工作包与负责人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林舟负责范围、进度、验收协调；陈屿负责环境与运维。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顾宁负责人事资料，许澄负责财务制度，沈言负责客户交付材料。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产品负责人周砚确认检索体验，质量负责人宋禾组织回归。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所有职责和人名均为虚构。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试点日程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9月28日完成资料盘点与负责人确认。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10月5日冻结首轮导入资料，10月8日完成六格式导入检查。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10月12日完成员工场景走查，10月15日提交第一阶段验收。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问题按影响范围、复现步骤和验收条件记录。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资料准备要求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每份资料包含标题、业务主题、维护负责人、版本和有效日期。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制度与台账明确适用范围，旧版与试行版保留状态标签。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扫描件记录不可提取页面，复杂图片中的内容转写后再纳入问答。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演示语料使用虚构公司、客户、联系方式与资产编号。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部门试点场景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新员工：找到入职安排、设备领取、请假与交接流程。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财务：定位报销凭证、预支结清和费用冲突。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交付：查看青禾项目启动、里程碑、变更与客户服务记录。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IT：按影响范围查看故障处理、资产与访问申请资料。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风险与处理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制度负责人未确认版本：标记待确认，不承诺自动判断优先级。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资料正文太短：补充步骤、例外和真实业务结构的虚构案例。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扫描件不可读：列出缺失内容并安排补充文字。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外部服务不稳定：保留问题、证据和可重试状态。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验收记录结构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记录包含场景编号、角色、授权文库、输入、预期结果和实际结果。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来源核对包含文件名、页码或单元格位置、引用原文和版本。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问题日志区分无答案、版本冲突、资料缺失与系统故障。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关闭问题时写明处理结果和复测证据。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运营交接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部门资料负责人每月检查制度和项目文档。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IT 维护备份、服务状态和故障记录；产品组汇总搜索无结果案例。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用户提交的资料由管理员审核，批准后开始解析。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交接包包含维护名单、操作清单、常见故障和待完成事项。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阶段结论与后续事项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第一阶段关注能否找到资料并定位出处，按场景逐项验收。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第二阶段扩大部门资料覆盖，并根据实际问题修订目录。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第三阶段完成资料维护和运行交接，保留尚未确认的政策冲突。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项目预算、会议记录和需求清单提供了本计划的配套材料。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星舟项目介绍（虚构）</dc:title>
  <dc:subject>本文中的公司、人员、客户、金额、联系方式和业务记录均为虚构，仅用于知序项目演示。</dc:subject>
  <dc:creator>星桥科技虚构演示</dc:creator>
  <cp:keywords/>
  <dc:description>generated using python-pptx</dc:description>
  <cp:lastModifiedBy>星桥科技虚构演示</cp:lastModifiedBy>
  <cp:revision>1</cp:revision>
  <dcterms:created xsi:type="dcterms:W3CDTF">2026-09-01T00:00:00Z</dcterms:created>
  <dcterms:modified xsi:type="dcterms:W3CDTF">2026-09-01T00:00:00Z</dcterms:modified>
  <cp:category/>
</cp:coreProperties>
</file>