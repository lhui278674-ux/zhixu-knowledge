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2026年第四季度经营计划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本文中的公司、人员、客户、金额、联系方式和业务记录均为虚构，仅用于知序项目演示。</a:t>
            </a:r>
          </a:p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文档编号：PLAN-Q4。版本：2026.09。维护负责人：周砚。生效日期：2026-09-01。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季度目标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2026年第四季度关注桥云服务台稳定交付、青禾项目验收和星舟内部试点。演示经营目标为完成4个客户交付、把标准培训覆盖到12个客户团队、形成20篇可复用交付案例。数量是虚构计划，不是知序产品的真实经营成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产品工作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桥云2.4版本优先修复工单分类、通知去重和报表口径问题；需求冻结后新增需求需走变更。产品组维护客户问题与需求映射，研发评估工作量，质量组定义回归范围。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交付工作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沈言负责青禾验收，另外三位演示项目经理分别负责流岚、远山和禾序项目。每个项目使用统一里程碑表和变更清单，客户成功组提前参加培训与运行交接，减少验收后信息断层。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内部改进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星舟项目通过部门资料盘点整理常见重复咨询。人事、财务、IT各提供至少5项完整业务流程，并将案例、常见问题和例外写入资料。未经确认的政策冲突列入制度负责人待办。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预算与资源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季度演示项目预算合计180万元，其中交付120万元、研发试点40万元、培训与内部改进20万元。财务每月核对实际发生额、已承诺未付款和剩余额度，不能只看已支付金额判断预算余额。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4830"/>
                </a:solidFill>
                <a:latin typeface="Microsoft YaHei"/>
              </a:defRPr>
            </a:pPr>
            <a:r>
              <a:t>检查节奏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394A3D"/>
                </a:solidFill>
                <a:latin typeface="Microsoft YaHei"/>
              </a:defRPr>
            </a:pPr>
            <a:r>
              <a:t>每月第一个工作周回顾进度、质量、预算与客户问题。状态包括正常、需关注和阻塞；负责人提交具体原因及恢复计划。季度末形成完成情况、未完成原因和下一季度承接清单。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453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C65"/>
                </a:solidFill>
                <a:latin typeface="Microsoft YaHei"/>
              </a:defRPr>
            </a:pPr>
            <a:r>
              <a:t>星桥科技虚构演示 · 2026.09     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季度经营计划（虚构）</dc:title>
  <dc:subject>本文中的公司、人员、客户、金额、联系方式和业务记录均为虚构，仅用于知序项目演示。</dc:subject>
  <dc:creator>星桥科技虚构演示</dc:creator>
  <cp:keywords/>
  <dc:description>generated using python-pptx</dc:description>
  <cp:lastModifiedBy>星桥科技虚构演示</cp:lastModifiedBy>
  <cp:revision>1</cp:revision>
  <dcterms:created xsi:type="dcterms:W3CDTF">2026-09-01T00:00:00Z</dcterms:created>
  <dcterms:modified xsi:type="dcterms:W3CDTF">2026-09-01T00:00:00Z</dcterms:modified>
  <cp:category/>
</cp:coreProperties>
</file>